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🌏 Travel Recommendation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แนะนำที่เที่ยวใหม่ จากเพื่อนและประวัติการเดินทาง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·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ไอเดียหลัก: ใช้ Graph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คนมักไปที่เที่ยวเดียวกับเพื่อน → เอาความสัมพันธ์มาแนะนำ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เก็บข้อมูลเป็น Node กับ Relationship ไม่ใช่ตาราง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หาที่เที่ยวที่เพื่อนเคยไป แต่เรายังไม่เคยไป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(คุณ)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20040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(เพื่อน)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3200400"/>
            <a:ext cx="2560320" cy="73152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FRIEND_OF 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VISITED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 (Dashboard)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" name="Image 0" descr="/mnt/user-data/uploads/Screenshot_2026-10-02_141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2768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0972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0972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2860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Visited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860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Friendships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หน้าแรกสรุปจำนวนข้อมูลทั้งหมด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เมนู: Dashboard, Recommendations, Place Search, Visited Places, Graph Explorer, Popular Places, Admin/Setup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Recommendations: แนะนำที่เที่ยว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" name="Image 0" descr="/mnt/user-data/uploads/Screenshot_2026-10-02_1413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20640" cy="2688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0972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เลือกผู้ใช้ + จำนวนคำแนะนำ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แสดงเส้นทาง: คุณ → เพื่อน → สถานที่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เรียงตามจำนวนเพื่อนที่เคยไป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บอกด้วยว่าเรายังไม่เคยไป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mark (U001) → เพื่อน moren → Ayutthaya Historical Park (P004)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Explorer: ดูความสัมพันธ์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" name="Image 0" descr="/mnt/user-data/uploads/Screenshot_2026-10-02_1415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303520" cy="2880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0972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วาดกราฟของผู้ใช้ที่เลือก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 เป็นเพื่อนกับ jacob, jay, moren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ดูได้เลยว่าเพื่อนแต่ละคนไปที่ไหนมา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เห็นที่มาของคำแนะนำชัดเจน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Popular Places &amp; Travel History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" name="Image 0" descr="/mnt/user-data/uploads/Screenshot_2026-10-02_1416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206240" cy="1810512"/>
          </a:xfrm>
          <a:prstGeom prst="rect">
            <a:avLst/>
          </a:prstGeom>
        </p:spPr>
      </p:pic>
      <p:pic>
        <p:nvPicPr>
          <p:cNvPr id="5" name="Image 1" descr="/mnt/user-data/uploads/Screenshot_2026-10-02_1416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114800" cy="1280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Popular: จัดอันดับที่ที่คนไปมากสุด — Wat Phra That Doi Suthep (3 คน) มาเป็นอันดับ 1, Wat Phra Kaew (2 คน)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History: ดู/เพิ่มประวัติการไปของผู้ใช้ เช่น mark ไป Wat Phra Kaew และ Doi Suthep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 Search &amp; สรุป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" name="Image 0" descr="/mnt/user-data/uploads/Screenshot_2026-10-02_141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389120" cy="1947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109728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ค้นหาด้วยชื่อหรือ Place ID (เช่น Wat, Khao, P001)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มีที่เที่ยว 10 แห่ง ทั่วไทย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แนะนำที่เที่ยวจากเพื่อนด้วย Graph ใช้งานง่าย เห็นที่มาของคำแนะนำ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ต่อยอดได้: เพิ่มข้อมูลผู้ใช้/สถานที่, จัดคะแนนตามความชอบ, ใช้กับข้อมูลจริง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2026-10-02T07:20:52Z</dcterms:created>
  <dcterms:modified xsi:type="dcterms:W3CDTF">2026-10-02T07:20:52Z</dcterms:modified>
</cp:coreProperties>
</file>